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BILAL ABID ABBASI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CV WRITTING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10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ADRESS: </a:t>
            </a:r>
            <a:r>
              <a:rPr lang="en-US" dirty="0"/>
              <a:t>MURREE (UPPER DEWAL)</a:t>
            </a:r>
          </a:p>
          <a:p>
            <a:r>
              <a:rPr lang="en-US" b="1" dirty="0"/>
              <a:t>PHONE NO:</a:t>
            </a:r>
            <a:r>
              <a:rPr lang="en-US" dirty="0"/>
              <a:t>03710181459</a:t>
            </a:r>
          </a:p>
          <a:p>
            <a:r>
              <a:rPr lang="en-US" b="1" dirty="0"/>
              <a:t>EMAIL: </a:t>
            </a:r>
            <a:r>
              <a:rPr lang="en-US" dirty="0"/>
              <a:t>BILAL ABID ABBASI 40@GMAIL.COM</a:t>
            </a:r>
          </a:p>
        </p:txBody>
      </p:sp>
    </p:spTree>
    <p:extLst>
      <p:ext uri="{BB962C8B-B14F-4D97-AF65-F5344CB8AC3E}">
        <p14:creationId xmlns:p14="http://schemas.microsoft.com/office/powerpoint/2010/main" val="392246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Matric </a:t>
            </a:r>
          </a:p>
          <a:p>
            <a:r>
              <a:rPr lang="en-US" dirty="0"/>
              <a:t>Ics</a:t>
            </a:r>
          </a:p>
          <a:p>
            <a:r>
              <a:rPr lang="en-US" dirty="0"/>
              <a:t>Bs (cs)….COTINUE FROM IQRA UNIVERSITY</a:t>
            </a:r>
          </a:p>
          <a:p>
            <a:r>
              <a:rPr lang="en-US" dirty="0"/>
              <a:t>I have done matric from </a:t>
            </a:r>
            <a:r>
              <a:rPr lang="en-US" b="1" dirty="0"/>
              <a:t>convent</a:t>
            </a:r>
            <a:r>
              <a:rPr lang="en-US" dirty="0"/>
              <a:t> and I have done my ics </a:t>
            </a:r>
            <a:r>
              <a:rPr lang="en-US" b="1" dirty="0"/>
              <a:t>from fazaia inter clg lower toppa Murree.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857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</a:t>
            </a:r>
            <a:r>
              <a:rPr lang="en-US" dirty="0" smtClean="0"/>
              <a:t>languages(C++,PHYTHON).</a:t>
            </a:r>
            <a:endParaRPr lang="en-US" dirty="0"/>
          </a:p>
          <a:p>
            <a:r>
              <a:rPr lang="en-US" dirty="0"/>
              <a:t>German </a:t>
            </a:r>
            <a:r>
              <a:rPr lang="en-US" dirty="0" smtClean="0"/>
              <a:t>language</a:t>
            </a:r>
          </a:p>
          <a:p>
            <a:r>
              <a:rPr lang="en-US" dirty="0"/>
              <a:t>Urdu </a:t>
            </a:r>
            <a:r>
              <a:rPr lang="en-US" dirty="0" smtClean="0"/>
              <a:t>(speak, read </a:t>
            </a:r>
            <a:r>
              <a:rPr lang="en-US" dirty="0"/>
              <a:t>write)</a:t>
            </a:r>
          </a:p>
          <a:p>
            <a:r>
              <a:rPr lang="en-US" dirty="0"/>
              <a:t>English </a:t>
            </a:r>
            <a:r>
              <a:rPr lang="en-US" dirty="0" smtClean="0"/>
              <a:t>(speak, read </a:t>
            </a:r>
            <a:r>
              <a:rPr lang="en-US" dirty="0"/>
              <a:t>write)</a:t>
            </a:r>
          </a:p>
          <a:p>
            <a:r>
              <a:rPr lang="en-US" dirty="0"/>
              <a:t>German (speak only)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48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editing</a:t>
            </a:r>
          </a:p>
          <a:p>
            <a:r>
              <a:rPr lang="en-US" dirty="0"/>
              <a:t>Video graphy </a:t>
            </a:r>
          </a:p>
          <a:p>
            <a:r>
              <a:rPr lang="en-US" dirty="0"/>
              <a:t>Photography</a:t>
            </a:r>
          </a:p>
        </p:txBody>
      </p:sp>
    </p:spTree>
    <p:extLst>
      <p:ext uri="{BB962C8B-B14F-4D97-AF65-F5344CB8AC3E}">
        <p14:creationId xmlns:p14="http://schemas.microsoft.com/office/powerpoint/2010/main" val="873708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EXPERIENCE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German (language).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07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DREAM IS TO SETTLE MY LIFE IN GERMAN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40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102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BILAL ABID ABBASI</vt:lpstr>
      <vt:lpstr>CONTACT</vt:lpstr>
      <vt:lpstr>EDUCATION</vt:lpstr>
      <vt:lpstr>LANGUAGES</vt:lpstr>
      <vt:lpstr>SKILLS</vt:lpstr>
      <vt:lpstr>MAIN EXPERIENCE</vt:lpstr>
      <vt:lpstr>DREAM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BILAL ABID ABBASI</dc:title>
  <dc:creator>User</dc:creator>
  <cp:lastModifiedBy>User</cp:lastModifiedBy>
  <cp:revision>1</cp:revision>
  <dcterms:created xsi:type="dcterms:W3CDTF">2025-12-15T06:57:47Z</dcterms:created>
  <dcterms:modified xsi:type="dcterms:W3CDTF">2025-12-15T07:07:22Z</dcterms:modified>
</cp:coreProperties>
</file>